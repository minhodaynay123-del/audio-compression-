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0058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COMBINING SOURCE SEPARATION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AUDIO COMPRESSION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017520" y="3246120"/>
            <a:ext cx="3108960" cy="640080"/>
          </a:xfrm>
          <a:prstGeom prst="roundRect">
            <a:avLst>
              <a:gd name="adj" fmla="val 25714"/>
            </a:avLst>
          </a:prstGeom>
          <a:solidFill>
            <a:srgbClr val="007EA7"/>
          </a:solidFill>
          <a:ln w="12700">
            <a:solidFill>
              <a:srgbClr val="007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17520" y="3246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Presentation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80160" y="1371600"/>
            <a:ext cx="6583680" cy="822960"/>
          </a:xfrm>
          <a:prstGeom prst="roundRect">
            <a:avLst>
              <a:gd name="adj" fmla="val 20000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3716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Nguyen Quang Minh  –  202414642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2423160"/>
            <a:ext cx="6583680" cy="822960"/>
          </a:xfrm>
          <a:prstGeom prst="roundRect">
            <a:avLst>
              <a:gd name="adj" fmla="val 20000"/>
            </a:avLst>
          </a:prstGeom>
          <a:solidFill>
            <a:srgbClr val="1244A0"/>
          </a:solidFill>
          <a:ln w="12700">
            <a:solidFill>
              <a:srgbClr val="124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231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 Quang Minh  –  202414646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60520" cy="3749040"/>
          </a:xfrm>
          <a:prstGeom prst="roundRect">
            <a:avLst>
              <a:gd name="adj" fmla="val 4390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601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Large files need high storage &amp; bandwidth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MP3/AAC reduces size but degrades quality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High-frequency details are often lost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Audio compressed as a single signal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4160520" cy="3749040"/>
          </a:xfrm>
          <a:prstGeom prst="roundRect">
            <a:avLst>
              <a:gd name="adj" fmla="val 4390"/>
            </a:avLst>
          </a:prstGeom>
          <a:solidFill>
            <a:srgbClr val="1244A0"/>
          </a:solidFill>
          <a:ln w="12700">
            <a:solidFill>
              <a:srgbClr val="124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601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Motivation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92040" y="157276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Separate audio into stems first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Compress each component independently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Vocals: clarity  |  Drums: impact  |  Bass: depth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Result: better quality + flexible bitrate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011680" cy="3749040"/>
          </a:xfrm>
          <a:prstGeom prst="roundRect">
            <a:avLst>
              <a:gd name="adj" fmla="val 8182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51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270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 Separation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Split audio into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Vocals / Drums / Bass / Other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2011680" cy="3749040"/>
          </a:xfrm>
          <a:prstGeom prst="roundRect">
            <a:avLst>
              <a:gd name="adj" fmla="val 8182"/>
            </a:avLst>
          </a:prstGeom>
          <a:solidFill>
            <a:srgbClr val="1244A0"/>
          </a:solidFill>
          <a:ln w="12700">
            <a:solidFill>
              <a:srgbClr val="1244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051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44A0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Encode each 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with optimal bitrate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2011680" cy="3749040"/>
          </a:xfrm>
          <a:prstGeom prst="roundRect">
            <a:avLst>
              <a:gd name="adj" fmla="val 8182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051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270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Reconstruction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Decode &amp; combine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all components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960120"/>
            <a:ext cx="2011680" cy="3749040"/>
          </a:xfrm>
          <a:prstGeom prst="roundRect">
            <a:avLst>
              <a:gd name="adj" fmla="val 8182"/>
            </a:avLst>
          </a:prstGeom>
          <a:solidFill>
            <a:srgbClr val="1244A0"/>
          </a:solidFill>
          <a:ln w="12700">
            <a:solidFill>
              <a:srgbClr val="1244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051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44A0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Compare quality vs.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direct compression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3840480" cy="3749040"/>
          </a:xfrm>
          <a:prstGeom prst="roundRect">
            <a:avLst>
              <a:gd name="adj" fmla="val 4390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 Input Audio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 Original audio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 Source Separation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 Vocals / Drums / Bass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 Compression &amp; Decode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 Compress each stem separately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 Reconstruction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 Combine into final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960120"/>
            <a:ext cx="4480560" cy="3749040"/>
          </a:xfrm>
          <a:prstGeom prst="roundRect">
            <a:avLst>
              <a:gd name="adj" fmla="val 4390"/>
            </a:avLst>
          </a:prstGeom>
          <a:solidFill>
            <a:srgbClr val="1244A0"/>
          </a:solidFill>
          <a:ln w="12700">
            <a:solidFill>
              <a:srgbClr val="124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0515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 Audio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 Separation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Vocals  |  Drums  |  Bass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↓           ↓           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Compression ×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↓           ↓           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Reconstruction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 Audio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SCREENSHOTS</a:t>
            </a:r>
            <a:endParaRPr lang="en-US" sz="2800" dirty="0"/>
          </a:p>
        </p:txBody>
      </p:sp>
      <p:pic>
        <p:nvPicPr>
          <p:cNvPr id="3" name="Image 0" descr="/home/claude/extracted_imgs/p6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60520" cy="3749040"/>
          </a:xfrm>
          <a:prstGeom prst="roundRect">
            <a:avLst>
              <a:gd name="adj" fmla="val 4390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601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Audio Quality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Clearer vocals after separation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Less distortion in reconstructed audio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Better preservation of key components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4160520" cy="3749040"/>
          </a:xfrm>
          <a:prstGeom prst="roundRect">
            <a:avLst>
              <a:gd name="adj" fmla="val 4390"/>
            </a:avLst>
          </a:prstGeom>
          <a:solidFill>
            <a:srgbClr val="1244A0"/>
          </a:solidFill>
          <a:ln w="12700">
            <a:solidFill>
              <a:srgbClr val="124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601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Compression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57276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Smaller file size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More efficient bitrate allocation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Better quality at lower bitrates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</a:t>
            </a:r>
            <a:endParaRPr lang="en-US" sz="2800" dirty="0"/>
          </a:p>
        </p:txBody>
      </p:sp>
      <p:pic>
        <p:nvPicPr>
          <p:cNvPr id="3" name="Image 0" descr="/home/claude/extracted_imgs/p8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4251960"/>
            <a:ext cx="8595360" cy="658368"/>
          </a:xfrm>
          <a:prstGeom prst="roundRect">
            <a:avLst>
              <a:gd name="adj" fmla="val 25000"/>
            </a:avLst>
          </a:prstGeom>
          <a:solidFill>
            <a:srgbClr val="1244A0"/>
          </a:solidFill>
          <a:ln w="12700">
            <a:solidFill>
              <a:srgbClr val="1244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2519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Better frequency preservation  |  Less high-frequency loss after separation-based compression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RESULT: MIXED AUDIO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3840480" cy="3749040"/>
          </a:xfrm>
          <a:prstGeom prst="roundRect">
            <a:avLst>
              <a:gd name="adj" fmla="val 4390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Balanced levels across all elements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Vocals are clear and well-positioned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Bass and drums controlled and defined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Wider and more structured stereo field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Overall: clean, smooth, professional</a:t>
            </a:r>
            <a:endParaRPr lang="en-US" sz="1400" dirty="0"/>
          </a:p>
        </p:txBody>
      </p:sp>
      <p:pic>
        <p:nvPicPr>
          <p:cNvPr id="5" name="Image 0" descr="/home/claude/extracted_imgs/p9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960120"/>
            <a:ext cx="44805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>
              <a:gd name="adj" fmla="val 4286"/>
            </a:avLst>
          </a:prstGeom>
          <a:solidFill>
            <a:srgbClr val="0C2270"/>
          </a:solidFill>
          <a:ln w="12700">
            <a:solidFill>
              <a:srgbClr val="0C22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Proposed method: source separation + per-stem compression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Results: improved perceptual quality, especially for vocals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Better performance at lower bitrates with flexible allocation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Limitations: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Separation is not perfect – artifacts may occur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Higher computational cost than direct compression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separation is a promising direction for audio codecs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B14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LISTENING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2026-06-06T09:52:01Z</dcterms:created>
  <dcterms:modified xsi:type="dcterms:W3CDTF">2026-06-06T09:52:01Z</dcterms:modified>
</cp:coreProperties>
</file>